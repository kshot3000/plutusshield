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Second: a holder-filed claim (claim kit), seats 1 + 3 approve, paid on Cardano.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 Cardano Preview policies registered on v2.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0312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518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Exploit cover in the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61518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10 tADA bought with the website's own Buy builder, Buy 3c1fc629…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2724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3931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639312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151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Holder-filed claim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151376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Claim kit fileClaim 00989a6a…, v2 voteClaim 2 of 3, 25 tADA Settle dbf0ba7a…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4663440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755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5175504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52 recorded live publishes to 3 Preview feeds, latest 99.97% (Oct 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68756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68756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registerPolicy + proveCover on Preprod (v1 + v2), readable via Blockfrost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409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201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cover wording, coverage certificate, cover planner + shareable plans, embeddable quote widget, policy deadline calendar, risk tiers, underwriting book, open data, Atom feed, codecs, evidence vault, claim kit, Lace, prove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every 1-of-3 combination rejected, exploit release.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18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Holders file claims with the claim kit; File with Lace proves locally, first finalized submit pending.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finalized File with Lace submit: the holder prove bridge already proves proveCover / fileClaim in about 1 s; Lace balances and submits.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