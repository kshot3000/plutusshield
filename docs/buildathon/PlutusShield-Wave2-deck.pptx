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360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152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risk tiers, underwriting book, open data,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