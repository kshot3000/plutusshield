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417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209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cover wording, coverage certificate, premium receipt, cover planner + shareable plans, embeddable quote widget, policy deadline calendar,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