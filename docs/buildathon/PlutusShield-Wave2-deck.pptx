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Second: a holder-filed claim (claim kit), seats 1 + 3 approve, paid on Cardano.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 Cardano Preview policies registered on 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518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Exploit cover in the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151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10 tADA bought with the website's own Buy builder, Buy 3c1fc629…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2724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3931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393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51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Holder-filed claim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513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Claim kit fileClaim 00989a6a…, v2 voteClaim 2 of 3, 25 tADA Settle dbf0ba7a…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663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755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755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52 recorded live publishes to 3 Preview feeds, latest 99.97% (Oct 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87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87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registerPolicy + proveCover on Preprod (v1 + v2), readable via Blockfrost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348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risk tiers, underwriting book, codecs, evidence vault, claim kit, Lace, prove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every 1-of-3 combination rejected, exploit release.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18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Holders file claims with the claim kit; File with Lace proves locally, first finalized submit 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finalized File with Lace submit: the holder prove bridge already proves proveCover / fileClaim in about 1 s; Lace balances and submits.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