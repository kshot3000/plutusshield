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388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cover planner + shareable plans, embeddable quote widget, risk tiers, underwriting book, open data, Atom feed,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