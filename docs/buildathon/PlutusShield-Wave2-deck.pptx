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Mirrors all 3 mirrorable Cardano Preview policies.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48840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07208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57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465576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23944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823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82312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45 recorded live publishes to 3 Preview feeds, latest 99.84% (Oct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79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+ proveCover on Preprod for 5 policies, readable via Blockfrost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295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relay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and every 1-of-3 combination rejected.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17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Midnight retired its hosted Preprod indexer; reads now go through Blockfrost.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 and fileClaim straight from the browser wallet.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